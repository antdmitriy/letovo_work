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431e77b4c4aca" /><Relationship Type="http://schemas.openxmlformats.org/officeDocument/2006/relationships/extended-properties" Target="/docProps/app.xml" Id="Rcc1cbe5617c04c72" /><Relationship Type="http://schemas.openxmlformats.org/officeDocument/2006/relationships/officeDocument" Target="/ppt/presentation.xml" Id="R08a45bb3b9bc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3fc3b5e136495d"/>
  </p:sldMasterIdLst>
  <p:notesMasterIdLst>
    <p:notesMasterId xmlns:r="http://schemas.openxmlformats.org/officeDocument/2006/relationships" r:id="R4463ff2052d74b1e"/>
  </p:notesMasterIdLst>
  <p:sldIdLst>
    <p:sldId xmlns:r="http://schemas.openxmlformats.org/officeDocument/2006/relationships" id="256" r:id="R1a7a7b306a0d49ff"/>
    <p:sldId xmlns:r="http://schemas.openxmlformats.org/officeDocument/2006/relationships" id="257" r:id="Rc842a920ff37430a"/>
    <p:sldId xmlns:r="http://schemas.openxmlformats.org/officeDocument/2006/relationships" id="258" r:id="R376de6e611394d33"/>
    <p:sldId xmlns:r="http://schemas.openxmlformats.org/officeDocument/2006/relationships" id="259" r:id="R6c3816bfb965476b"/>
    <p:sldId xmlns:r="http://schemas.openxmlformats.org/officeDocument/2006/relationships" id="260" r:id="Rca95855b12414b34"/>
    <p:sldId xmlns:r="http://schemas.openxmlformats.org/officeDocument/2006/relationships" id="261" r:id="Rb091590ab4884099"/>
    <p:sldId xmlns:r="http://schemas.openxmlformats.org/officeDocument/2006/relationships" id="262" r:id="Rda797014a8cf4889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f73b36e1824dab" /><Relationship Type="http://schemas.openxmlformats.org/officeDocument/2006/relationships/slideMaster" Target="/ppt/slideMasters/slideMaster1.xml" Id="Ree3fc3b5e136495d" /><Relationship Type="http://schemas.openxmlformats.org/officeDocument/2006/relationships/notesMaster" Target="/ppt/notesMasters/notesMaster1.xml" Id="R4463ff2052d74b1e" /><Relationship Type="http://schemas.openxmlformats.org/officeDocument/2006/relationships/presProps" Target="/ppt/presProps.xml" Id="Rf7f81db03341402e" /><Relationship Type="http://schemas.openxmlformats.org/officeDocument/2006/relationships/viewProps" Target="/ppt/viewProps.xml" Id="R00f03f1e45dc4d6d" /><Relationship Type="http://schemas.openxmlformats.org/officeDocument/2006/relationships/tableStyles" Target="/ppt/tableStyles.xml" Id="R66b0d96192524040" /><Relationship Type="http://schemas.openxmlformats.org/officeDocument/2006/relationships/slide" Target="/ppt/slides/slide1.xml" Id="R1a7a7b306a0d49ff" /><Relationship Type="http://schemas.openxmlformats.org/officeDocument/2006/relationships/slide" Target="/ppt/slides/slide2.xml" Id="Rc842a920ff37430a" /><Relationship Type="http://schemas.openxmlformats.org/officeDocument/2006/relationships/slide" Target="/ppt/slides/slide3.xml" Id="R376de6e611394d33" /><Relationship Type="http://schemas.openxmlformats.org/officeDocument/2006/relationships/slide" Target="/ppt/slides/slide4.xml" Id="R6c3816bfb965476b" /><Relationship Type="http://schemas.openxmlformats.org/officeDocument/2006/relationships/slide" Target="/ppt/slides/slide5.xml" Id="Rca95855b12414b34" /><Relationship Type="http://schemas.openxmlformats.org/officeDocument/2006/relationships/slide" Target="/ppt/slides/slide6.xml" Id="Rb091590ab4884099" /><Relationship Type="http://schemas.openxmlformats.org/officeDocument/2006/relationships/slide" Target="/ppt/slides/slide7.xml" Id="Rda797014a8cf48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33fbb35e84a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20278fb793481c" /><Relationship Type="http://schemas.openxmlformats.org/officeDocument/2006/relationships/notesMaster" Target="/ppt/notesMasters/notesMaster1.xml" Id="R3a2582c080a04c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7e6b4bcc7d47d5" /><Relationship Type="http://schemas.openxmlformats.org/officeDocument/2006/relationships/notesMaster" Target="/ppt/notesMasters/notesMaster1.xml" Id="R8db3fdbec351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53648e159d4f07" /><Relationship Type="http://schemas.openxmlformats.org/officeDocument/2006/relationships/notesMaster" Target="/ppt/notesMasters/notesMaster1.xml" Id="R3b4fca3a23464b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563af82794d22" /><Relationship Type="http://schemas.openxmlformats.org/officeDocument/2006/relationships/notesMaster" Target="/ppt/notesMasters/notesMaster1.xml" Id="R5fc8a9d9025847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c369b77ed64d8f" /><Relationship Type="http://schemas.openxmlformats.org/officeDocument/2006/relationships/notesMaster" Target="/ppt/notesMasters/notesMaster1.xml" Id="R5374ad05e3ec40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843250699e43d9" /><Relationship Type="http://schemas.openxmlformats.org/officeDocument/2006/relationships/notesMaster" Target="/ppt/notesMasters/notesMaster1.xml" Id="Re88612c4b3e848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31653a85df4060" /><Relationship Type="http://schemas.openxmlformats.org/officeDocument/2006/relationships/notesMaster" Target="/ppt/notesMasters/notesMaster1.xml" Id="R652573ff3677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1. Планер — ваш рабочий инструмент</a:t>
            </a:r>
          </a:p>
          <a:p xmlns:a="http://schemas.openxmlformats.org/drawingml/2006/main">
            <a:r>
              <a:t>Ориентировочное время: 0:00–0:45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Сегодня предлагаю посмотреть на планер как на ваш рабочий инструмент. Это официальный документ школы, с которым работают ученики и учителя. К нему мы относимся так же внимательно, как взрослые относятся к паспорту, медицинской карте или договору. У этих документов разные задачи, но записи в каждом должны быть понятными и достоверными.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взрослых есть ежедневники, чек-листы и CRM — системы, где они собирают задачи и договорённости. Они нужны даже опытным людям: держать всё в памяти трудно. У вас тоже есть такой инструмент. Планер помогает видеть свои дела и принимать решения: чему уделить время, когда начать и где понадобится помощь.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Телефон и планер: разные задачи</a:t>
            </a:r>
          </a:p>
          <a:p xmlns:a="http://schemas.openxmlformats.org/drawingml/2006/main">
            <a:r>
              <a:t>Ориентировочное время: 0:45–1:40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Да, домашнее задание уже есть в электронном дневнике. Вы правы: искать его ещё раз на бумаге само по себе мало полезно. Но знать задание и найти для него время — разные действия. Электронный список сообщает, что нужно сделать. В планере вы составляете свой порядок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Допустим, к пятнице нужно решить три упражнения, а в четверг у вас тренировка. Можно записать: «В 17:00 — 25 минут на математику, потом перерыв». И добавить цель: понять способ решения, чтобы на уроке справиться самостоятельно.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двадцати пяти минут не хватило, это полезная информация. В следующий раз вы выделите больше времени или заранее зададите вопрос учителю. План можно менять: его задача — помогать вам учитывать реальную жизнь.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Взрослая жизнь: документы и сроки</a:t>
            </a:r>
          </a:p>
          <a:p xmlns:a="http://schemas.openxmlformats.org/drawingml/2006/main">
            <a:r>
              <a:t>Ориентировочное время: 1:40–2:35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Взрослая жизнь во многом состоит из понятных записей и соблюдения сроков. При заполнении заявления на загранпаспорт человек внимательно проверяет имя, даты и другие данные. Ошибку лучше заметить до отправки, чтобы не тратить время на исправления. В налоговом отчёте тоже важны точные сведения и срок сдачи.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Семья планирует бюджет: сколько денег поступит, на что их нужно потратить и какой запас оставить. Руководитель смотрит в календарь, чтобы встречи не совпали и осталось время на подготовку.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Ваш планер — тренажёр этих навыков. Вместо расходов вы распределяете время. Вместо рабочих встреч отмечаете уроки, кружки и подготовку. Учитесь проверять записи и оставлять запас. Это можно освоить постепенно, уже в пятом классе.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Внутри планера: пять полезных разделов</a:t>
            </a:r>
          </a:p>
          <a:p xmlns:a="http://schemas.openxmlformats.org/drawingml/2006/main">
            <a:r>
              <a:t>Ориентировочное время: 2:35–3:40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Посмотрите на разделы планера. Учебный календарь помогает увидеть важную дату заранее и распределить подготовку по дням. Постановка целей превращает желание в конкретный результат. Например, вместо «хочу лучше учиться» можно выбрать: «научиться решать задачи этого типа» и определить первый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Эмоциональный интеллект помогает понимать своё состояние и общаться. Если вы раздражены после трудного урока, можно сначала сделать паузу, а затем спокойно попросить объяснить непонятное. Кодекс ученика напоминает об общих правилах: как наши поступки влияют на других и за что мы отвечаем.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Письмо будущему себе позволяет позже сравнить ожидания с тем, что получилось, и заметить свой рост. Это и есть рефлексия — размышление о своём опыте. Получается, планер помогает работать и со временем, и с целями, и с отношениями.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Деловой этикет документа</a:t>
            </a:r>
          </a:p>
          <a:p xmlns:a="http://schemas.openxmlformats.org/drawingml/2006/main">
            <a:r>
              <a:t>Ориентировочное время: 3:40–4:35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рабочего документа есть деловой этикет. Запись должна быть такой, чтобы её поняли и вы через неделю, и учитель сегодня. Поэтому важны разборчивый почерк, понятные сокращения и записи в нужных разделах. Красивый почерк не обязателен. Важно, чтобы слова можно было прочитать.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Лишние рисунки, наклейки и посторонние заметки мешают пользоваться документом. Для них можно выбрать отдельный блокнот. А цели, эмоции и письмо себе вполне уместны в планере, потому что для них предусмотрены разделы.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ошиблись, зачеркните запись одной линией и рядом напишите верно, без замазывания. Ошибки бывают у всех. Мы тренируем привычку исправлять их понятно, чтобы документ оставался удобным в работе.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Проверка — это плановый аудит</a:t>
            </a:r>
          </a:p>
          <a:p xmlns:a="http://schemas.openxmlformats.org/drawingml/2006/main">
            <a:r>
              <a:t>Ориентировочное время: 4:35–5:35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Слово «проверка» иногда вызывает напряжение. Но плановая проверка администрации нужна для понятной задачи: убедиться, что рабочая система действует. Такая проверка называется аудитом. Она показывает, соблюдается ли стандарт качества: есть ли необходимые записи, понятны ли сроки, удобно ли пользоваться документом.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Взрослые тоже работают с отчётностью. Бухгалтер готовит баланс, врач заполняет медицинские карты. Документы проверяют, чтобы вовремя увидеть пропуски и неточности.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в планере чего-то не хватает, полезно понять причину. Вы не услышали задание? Не поняли, где его записать? Нужна помощь с планированием? Тогда можно уточнить запись и договориться о следующем шаге. Проверка не определяет, какой вы человек. Она помогает улучшить конкретную работу с документом.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Ваш первый актив</a:t>
            </a:r>
          </a:p>
          <a:p xmlns:a="http://schemas.openxmlformats.org/drawingml/2006/main">
            <a:r>
              <a:t>Ориентировочное время: 5:35–6:20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Активом называют то, что приносит пользу. Ваша привычка планировать тоже может стать таким активом: она помогает меньше забывать, спокойнее готовиться и оставлять время на интересные дела. Слова «управляй жизнью» не означают, что можно контролировать всё. Вы можете выбирать свои следующие действия и менять план, когда обстоятельства меняются.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Начните с небольшого решения сегодня. Откройте планер, выберите одну важную задачу и назначьте время для неё. Вечером отметьте, что получилось и что стоит изменить завтра.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 ведёте планер для себя: чтобы яснее видеть свои дела и возможности. Школа помогает освоить этот инструмент. А пользоваться им и замечать пользу будете 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9d327cbba456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05a8fdbaee4214" /><Relationship Type="http://schemas.openxmlformats.org/officeDocument/2006/relationships/slideLayout" Target="/ppt/slideLayouts/slideLayout1.xml" Id="Rd91523bd21d3425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1523bd21d3425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08de294564eec" /><Relationship Type="http://schemas.openxmlformats.org/officeDocument/2006/relationships/image" Target="/ppt/media/image.png" Id="Rbbe92a2a23554392" /><Relationship Type="http://schemas.openxmlformats.org/officeDocument/2006/relationships/notesSlide" Target="/ppt/notesSlides/notesSlide1.xml" Id="R4134bd563c1e46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22e70edd54089" /><Relationship Type="http://schemas.openxmlformats.org/officeDocument/2006/relationships/image" Target="/ppt/media/image2.png" Id="Rfe2c9915d4f64768" /><Relationship Type="http://schemas.openxmlformats.org/officeDocument/2006/relationships/notesSlide" Target="/ppt/notesSlides/notesSlide2.xml" Id="Rf9da79697a38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80ede04164132" /><Relationship Type="http://schemas.openxmlformats.org/officeDocument/2006/relationships/image" Target="/ppt/media/image2.png" Id="Rf87f13cdf2e04766" /><Relationship Type="http://schemas.openxmlformats.org/officeDocument/2006/relationships/notesSlide" Target="/ppt/notesSlides/notesSlide3.xml" Id="R6121cde2a7224c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8ef836d184bec" /><Relationship Type="http://schemas.openxmlformats.org/officeDocument/2006/relationships/image" Target="/ppt/media/image2.png" Id="R0ea873876ba24d50" /><Relationship Type="http://schemas.openxmlformats.org/officeDocument/2006/relationships/notesSlide" Target="/ppt/notesSlides/notesSlide4.xml" Id="R9e15a622082348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eb124de934d25" /><Relationship Type="http://schemas.openxmlformats.org/officeDocument/2006/relationships/image" Target="/ppt/media/image2.png" Id="R0b83a3c2976e44fa" /><Relationship Type="http://schemas.openxmlformats.org/officeDocument/2006/relationships/notesSlide" Target="/ppt/notesSlides/notesSlide5.xml" Id="R0575d2fbbdb445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23bd129244612" /><Relationship Type="http://schemas.openxmlformats.org/officeDocument/2006/relationships/image" Target="/ppt/media/image2.png" Id="Rcadbe552e40f41a7" /><Relationship Type="http://schemas.openxmlformats.org/officeDocument/2006/relationships/notesSlide" Target="/ppt/notesSlides/notesSlide6.xml" Id="R20914cfecad64e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19e9e5bf541d9" /><Relationship Type="http://schemas.openxmlformats.org/officeDocument/2006/relationships/image" Target="/ppt/media/image.png" Id="Rc4124b98f6844ad0" /><Relationship Type="http://schemas.openxmlformats.org/officeDocument/2006/relationships/notesSlide" Target="/ppt/notesSlides/notesSlide7.xml" Id="R2c4b3f31d8b64a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428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087FF5-FF6D-4EB1-934D-5E1BADC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8640" y="-548640"/>
            <a:ext cx="2377440" cy="2377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CDF8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F387BB-7386-499A-8F91-C1FE8FC8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4320" y="-822960"/>
            <a:ext cx="1463040" cy="14630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901">
              <a:alpha val="4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0D5E4C-C826-4767-9EE9-F845A18F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103601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B8CDF8"/>
                </a:solidFill>
                <a:latin typeface="Mont"/>
                <a:ea typeface="Mont"/>
                <a:cs typeface="Mont"/>
              </a:rPr>
              <a:t>Классный час · 5 класс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ACCD2B6-F8D4-48DD-971C-98A5FDE9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6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Планер — это не тетрадь.</a:t>
            </a:r>
            <a:endParaRPr sz="4600"/>
          </a:p>
          <a:p xmlns:a="http://schemas.openxmlformats.org/drawingml/2006/main">
            <a:pPr marL="0" indent="0" algn="l">
              <a:buNone/>
            </a:pPr>
            <a:r>
              <a:rPr sz="46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Это официальный</a:t>
            </a:r>
            <a:endParaRPr sz="4600"/>
          </a:p>
          <a:p xmlns:a="http://schemas.openxmlformats.org/drawingml/2006/main">
            <a:pPr marL="0" indent="0" algn="l">
              <a:buNone/>
            </a:pPr>
            <a:r>
              <a:rPr sz="46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документ школы</a:t>
            </a:r>
            <a:endParaRPr sz="4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91C5EF-8684-4372-91FC-BC51C4E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Ваш личный инструмент управления временем и целями</a:t>
            </a:r>
            <a:endParaRPr sz="2000"/>
          </a:p>
        </p:txBody>
      </p:sp>
      <p:pic>
        <p:nvPicPr>
          <p:cNvPr id="7" name="Image 0">
            <a:extLst xmlns:a="http://schemas.openxmlformats.org/drawingml/2006/main">
              <a:ext uri="{FF2B5EF4-FFF2-40B4-BE49-F238E27FC236}">
                <a16:creationId xmlns:a16="http://schemas.microsoft.com/office/drawing/2014/main" id="{7B7FEA17-456D-4F16-8EAF-678EEBD6D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92a2a23554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8400" y="4551883"/>
            <a:ext cx="1307592" cy="18306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04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AB4278C7-183E-4FDA-A557-1A2B11840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c9915d4f6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65760"/>
            <a:ext cx="320040" cy="44805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D8313A0-FC46-4347-84C6-F3E1D4C0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2A9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E4DBFDF-DAED-4317-A62C-8D74868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"/>
            <a:ext cx="105887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D428A"/>
                </a:solidFill>
                <a:latin typeface="Mont"/>
                <a:ea typeface="Mont"/>
                <a:cs typeface="Mont"/>
              </a:rPr>
              <a:t>2. Телефон и планер: разные задачи</a:t>
            </a:r>
            <a:endParaRPr sz="2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4CA35C9-8C52-4523-8B9B-091E9E19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539496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D428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ACC579-78E4-427E-B1A9-7F416053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97280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Телефон: список заданий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F4AC1C3-7006-4669-A281-76E19B95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3949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28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67D075E-444C-4E68-A255-BD8EDC9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5029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Электронный дневник показывает, что задали и к какому сроку.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/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«Математика: упражнения 12–14 к пятнице».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D8869CE-9F15-45CB-A3E3-20DF8D35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97280"/>
            <a:ext cx="566928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7901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DBDCF72-1052-4F82-B713-76A2F6E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97280"/>
            <a:ext cx="5394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Планер: система управления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9E147DA-164D-479A-988E-D2DAAF2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00200"/>
            <a:ext cx="566928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790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4958926-48B7-46B8-ABF1-D7471436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53035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Когда я начну?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Сколько времени понадобится?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Что я хочу понять или освоить?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Как учту кружки и отдых?</a:t>
            </a:r>
            <a:endParaRPr sz="1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F36EDCB-473F-49BC-9FAD-A85DD4D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112471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6A52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2D19739-33EB-43D7-A70F-475B755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4904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Список задач ≠ система управления</a:t>
            </a:r>
            <a:endParaRPr sz="2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CA11380-E94F-443F-91DB-1CA2C8C3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A52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EB54CB9-0FEB-49C4-A70A-C221F01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108813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«В четверг в 17:00 — 25 минут на математику.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Цель: разобраться в способе решения. После — перерыв».</a:t>
            </a:r>
            <a:endParaRPr sz="1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D821AE7-A84E-4D29-B214-4E009F4A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Планер — инструмент управления</a:t>
            </a:r>
            <a:endParaRPr sz="1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EEDE1EC-4C83-44FB-896A-2009620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0001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E3002E7-1186-4A40-9ED6-00C5E8403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f13cdf2e0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65760"/>
            <a:ext cx="320040" cy="44805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EA28F1E2-0039-4966-A6E9-47566096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2A9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4F47C0-4F05-4750-9949-08AE5398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"/>
            <a:ext cx="105887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D428A"/>
                </a:solidFill>
                <a:latin typeface="Mont"/>
                <a:ea typeface="Mont"/>
                <a:cs typeface="Mont"/>
              </a:rPr>
              <a:t>3. Взрослая жизнь: документы и сроки</a:t>
            </a:r>
            <a:endParaRPr sz="2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0D29097-D389-4114-8D96-674D461C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12471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6A52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5EDA4BE-FD17-4A03-90E9-51454AE5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Документы требуют точности, задачи — сроков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B920C89-01B4-4CA1-8611-B836BC5D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1640"/>
            <a:ext cx="1124712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A52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764740A-FEF7-48DE-809D-20535F2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Заявление на загранпаспорт: проверить данные.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Налоговый отчёт: проверить сведения и сдать вовремя.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E893690-1337-42D6-B5D0-57A69DBD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0360"/>
            <a:ext cx="539496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D428A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F27582-7760-420C-AD9C-F189EBDB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Семейный бюджет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CECDC03-E29D-449E-AC40-B2A33BF2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3280"/>
            <a:ext cx="5394960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28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7073292-1FC2-4298-B00F-703326E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502920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Учесть доходы и расходы.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Запланировать важные покупки.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Оставить запас на неожиданности.</a:t>
            </a:r>
            <a:endParaRPr sz="1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5E92C87-541F-45DC-9DCE-53C2A35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566928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7901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A1681F5-69CC-43BC-B39B-1E180562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80360"/>
            <a:ext cx="5394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Календарь руководителя</a:t>
            </a:r>
            <a:endParaRPr sz="18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2AEFAA9-53F6-4088-8A6F-BE8EFB4E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83280"/>
            <a:ext cx="5669280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790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43FC3E1-A84F-48B3-A78B-44B92BC6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530352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Назначить время встречи.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Подготовиться заранее.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Учесть другие дела и дорогу.</a:t>
            </a:r>
            <a:endParaRPr sz="1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850797B-6EFC-4B74-9DEB-6C8F1765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Планер — инструмент управления</a:t>
            </a:r>
            <a:endParaRPr sz="1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3AE5898-5367-46EA-A838-7F97C29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64699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C86970E-D571-4DDC-B9F3-63F67FD32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873876ba24d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65760"/>
            <a:ext cx="320040" cy="44805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F011A8D3-E586-4E78-9C42-F96C0BE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2A9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A9C0DFF-C29E-470B-A0CD-EB870909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"/>
            <a:ext cx="105887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D428A"/>
                </a:solidFill>
                <a:latin typeface="Mont"/>
                <a:ea typeface="Mont"/>
                <a:cs typeface="Mont"/>
              </a:rPr>
              <a:t>4. Внутри планера: больше, чем расписание</a:t>
            </a:r>
            <a:endParaRPr sz="2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2D8669-348C-423D-97C3-27241B2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12471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96D7F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3ED9AA-8683-4952-B773-B2197A35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Ориентиры и цели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F07FD07-6506-4DF0-B00D-99464527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1640"/>
            <a:ext cx="11247120" cy="123444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6D7F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342A60-1897-4573-AB5F-16E23BC7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08813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Учебный календарь — навигатор: видеть важные даты.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Постановка целей — стратегия: выбрать результат и шаги.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B9E0644-0BCB-4517-8694-70B5B82D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112471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D428A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207A224-4C1E-474D-89D4-71D19679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Общение и личный рост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13D0E5B-AC16-4C18-AD94-66A05915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210312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28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060D4F2-84C2-4950-A25C-5BF7920B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Эмоциональный интеллект — понимать эмоции и общаться.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Кодекс ученика — знать общие правила и свою ответственность.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Письмо будущему себе — замечать изменения и рост.</a:t>
            </a:r>
            <a:endParaRPr sz="1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72F37C0-68EC-4508-95D0-E3C4EA60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Планер — инструмент управления</a:t>
            </a:r>
            <a:endParaRPr sz="1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6B49B11-1B92-4152-AD5B-7DF959A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9571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C86970E-D571-4DDC-B9F3-63F67FD32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3a3c2976e44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65760"/>
            <a:ext cx="320040" cy="44805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F011A8D3-E586-4E78-9C42-F96C0BE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2A9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A9C0DFF-C29E-470B-A0CD-EB870909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"/>
            <a:ext cx="105887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D428A"/>
                </a:solidFill>
                <a:latin typeface="Mont"/>
                <a:ea typeface="Mont"/>
                <a:cs typeface="Mont"/>
              </a:rPr>
              <a:t>5. Деловой этикет документа</a:t>
            </a:r>
            <a:endParaRPr sz="2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2D8669-348C-423D-97C3-27241B2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12471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96D7F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3ED9AA-8683-4952-B773-B2197A35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Правила ведения официального документа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F07FD07-6506-4DF0-B00D-99464527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1640"/>
            <a:ext cx="11247120" cy="192024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6D7F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342A60-1897-4573-AB5F-16E23BC7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08813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Писать аккуратно и разборчиво.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Не добавлять лишние рисунки, наклейки и посторонние записи.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Использовать понятные сокращения: «упр.», «стр.».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Ошибку зачеркнуть одной линией и рядом написать верно.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B9E0644-0BCB-4517-8694-70B5B82D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112471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D428A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207A224-4C1E-474D-89D4-71D19679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Каждая запись — по назначению раздела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13D0E5B-AC16-4C18-AD94-66A05915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47120" cy="141732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28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060D4F2-84C2-4950-A25C-5BF7920B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Цели и размышления записываем в предназначенных для них разделах.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Для личных «секретиков» выбираем отдельный блокнот.</a:t>
            </a:r>
            <a:endParaRPr sz="1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72F37C0-68EC-4508-95D0-E3C4EA60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Планер — инструмент управления</a:t>
            </a:r>
            <a:endParaRPr sz="1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6B49B11-1B92-4152-AD5B-7DF959A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9571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AB4278C7-183E-4FDA-A557-1A2B11840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be552e40f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65760"/>
            <a:ext cx="320040" cy="44805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D8313A0-FC46-4347-84C6-F3E1D4C0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2A9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E4DBFDF-DAED-4317-A62C-8D74868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"/>
            <a:ext cx="105887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D428A"/>
                </a:solidFill>
                <a:latin typeface="Mont"/>
                <a:ea typeface="Mont"/>
                <a:cs typeface="Mont"/>
              </a:rPr>
              <a:t>6. Проверка — это аудит, а не наказание</a:t>
            </a:r>
            <a:endParaRPr sz="2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4CA35C9-8C52-4523-8B9B-091E9E19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539496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D428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ACC579-78E4-427E-B1A9-7F416053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97280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Аудит: проверка системы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F4AC1C3-7006-4669-A281-76E19B95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3949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28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67D075E-444C-4E68-A255-BD8EDC9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5029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Есть ли нужные записи?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Понятны ли задания и сроки?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Можно ли пользоваться планером?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Где нужна помощь?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D8869CE-9F15-45CB-A3E3-20DF8D35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97280"/>
            <a:ext cx="566928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7901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DBDCF72-1052-4F82-B713-76A2F6E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97280"/>
            <a:ext cx="5394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Обычная рабочая практика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9E147DA-164D-479A-988E-D2DAAF2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00200"/>
            <a:ext cx="566928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790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4958926-48B7-46B8-ABF1-D7471436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53035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Бухгалтер готовит отчётность.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Врач заполняет медицинские карты.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Коллеги проверяют точность и полноту документов.</a:t>
            </a:r>
            <a:endParaRPr sz="1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F36EDCB-473F-49BC-9FAD-A85DD4D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112471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6A52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2D19739-33EB-43D7-A70F-475B755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4904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Проверка планера = плановый аудит системы</a:t>
            </a:r>
            <a:endParaRPr sz="2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CA11380-E94F-443F-91DB-1CA2C8C3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A52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EB54CB9-0FEB-49C4-A70A-C221F01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108813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Заметить пробел. Обсудить причину. Договориться, как исправить.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444441"/>
                </a:solidFill>
                <a:latin typeface="Mont"/>
                <a:ea typeface="Mont"/>
                <a:cs typeface="Mont"/>
              </a:rPr>
              <a:t>Цель — понятные записи и работающая система планирования.</a:t>
            </a:r>
            <a:endParaRPr sz="1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D821AE7-A84E-4D29-B214-4E009F4A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Планер — инструмент управления</a:t>
            </a:r>
            <a:endParaRPr sz="1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EEDE1EC-4C83-44FB-896A-2009620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B4B2A9"/>
                </a:solidFill>
                <a:latin typeface="Mont"/>
                <a:ea typeface="Mont"/>
                <a:cs typeface="Mont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0001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428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0AD1EA-B96C-4A0B-8185-767A38FA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8640" y="-548640"/>
            <a:ext cx="2377440" cy="2377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CDF8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6E3486C-F752-48BD-96C6-26AACC6E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4320" y="-822960"/>
            <a:ext cx="1463040" cy="14630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901">
              <a:alpha val="4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54D192-571F-45D3-B76D-0E0110F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0152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Управляй временем сейчас —</a:t>
            </a:r>
            <a:endParaRPr sz="3000"/>
          </a:p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FFFFFF"/>
                </a:solidFill>
                <a:latin typeface="Mont"/>
                <a:ea typeface="Mont"/>
                <a:cs typeface="Mont"/>
              </a:rPr>
              <a:t>управляй жизнью завтра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306780E-31F0-43A4-BF32-12A042FA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i="1">
                <a:solidFill>
                  <a:srgbClr val="B8CDF8"/>
                </a:solidFill>
                <a:latin typeface="Mont"/>
                <a:ea typeface="Mont"/>
                <a:cs typeface="Mont"/>
              </a:rPr>
              <a:t>Сегодня: выбрать важную задачу и время для неё.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 i="1">
                <a:solidFill>
                  <a:srgbClr val="B8CDF8"/>
                </a:solidFill>
                <a:latin typeface="Mont"/>
                <a:ea typeface="Mont"/>
                <a:cs typeface="Mont"/>
              </a:rPr>
              <a:t>Вечером: отметить результат и поправить план на завтра.</a:t>
            </a:r>
            <a:endParaRPr sz="1800"/>
          </a:p>
        </p:txBody>
      </p:sp>
      <p:pic>
        <p:nvPicPr>
          <p:cNvPr id="6" name="Image 0">
            <a:extLst xmlns:a="http://schemas.openxmlformats.org/drawingml/2006/main">
              <a:ext uri="{FF2B5EF4-FFF2-40B4-BE49-F238E27FC236}">
                <a16:creationId xmlns:a16="http://schemas.microsoft.com/office/drawing/2014/main" id="{9DFC774F-AD58-4E85-BE16-6FF8B69FB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24b98f6844a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25912" y="5486400"/>
            <a:ext cx="640080" cy="8961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3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2026-10-09T06:50:21.4550000Z</dcterms:created>
  <dcterms:modified xsi:type="dcterms:W3CDTF">2026-10-09T06:50:21.4550000Z</dcterms:modified>
</coreProperties>
</file>